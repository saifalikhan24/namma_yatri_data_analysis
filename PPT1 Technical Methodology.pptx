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722366-434F-4E7B-8B43-1F00995BA319}" v="1" dt="2025-04-13T10:50:50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f Pathan" userId="981d65a5017ec64b" providerId="LiveId" clId="{B9722366-434F-4E7B-8B43-1F00995BA319}"/>
    <pc:docChg chg="custSel modSld">
      <pc:chgData name="Saif Pathan" userId="981d65a5017ec64b" providerId="LiveId" clId="{B9722366-434F-4E7B-8B43-1F00995BA319}" dt="2025-04-13T10:50:54.896" v="21" actId="1076"/>
      <pc:docMkLst>
        <pc:docMk/>
      </pc:docMkLst>
      <pc:sldChg chg="addSp delSp modSp mod">
        <pc:chgData name="Saif Pathan" userId="981d65a5017ec64b" providerId="LiveId" clId="{B9722366-434F-4E7B-8B43-1F00995BA319}" dt="2025-04-13T10:35:26.016" v="15" actId="1076"/>
        <pc:sldMkLst>
          <pc:docMk/>
          <pc:sldMk cId="951085006" sldId="256"/>
        </pc:sldMkLst>
        <pc:spChg chg="mod">
          <ac:chgData name="Saif Pathan" userId="981d65a5017ec64b" providerId="LiveId" clId="{B9722366-434F-4E7B-8B43-1F00995BA319}" dt="2025-04-13T10:34:39.689" v="9" actId="14100"/>
          <ac:spMkLst>
            <pc:docMk/>
            <pc:sldMk cId="951085006" sldId="256"/>
            <ac:spMk id="4" creationId="{44B7A2AB-436F-3889-DC0F-C323705FC420}"/>
          </ac:spMkLst>
        </pc:spChg>
        <pc:picChg chg="add del mod">
          <ac:chgData name="Saif Pathan" userId="981d65a5017ec64b" providerId="LiveId" clId="{B9722366-434F-4E7B-8B43-1F00995BA319}" dt="2025-04-13T10:35:17.417" v="11" actId="478"/>
          <ac:picMkLst>
            <pc:docMk/>
            <pc:sldMk cId="951085006" sldId="256"/>
            <ac:picMk id="3" creationId="{26BCE8F5-A20F-62DA-3D2D-7CB57556E73D}"/>
          </ac:picMkLst>
        </pc:picChg>
        <pc:picChg chg="add mod">
          <ac:chgData name="Saif Pathan" userId="981d65a5017ec64b" providerId="LiveId" clId="{B9722366-434F-4E7B-8B43-1F00995BA319}" dt="2025-04-13T10:35:26.016" v="15" actId="1076"/>
          <ac:picMkLst>
            <pc:docMk/>
            <pc:sldMk cId="951085006" sldId="256"/>
            <ac:picMk id="6" creationId="{45E6605F-AC13-C217-18D4-953B5F9FD190}"/>
          </ac:picMkLst>
        </pc:picChg>
      </pc:sldChg>
      <pc:sldChg chg="modSp mod">
        <pc:chgData name="Saif Pathan" userId="981d65a5017ec64b" providerId="LiveId" clId="{B9722366-434F-4E7B-8B43-1F00995BA319}" dt="2025-04-13T10:50:34.699" v="17" actId="313"/>
        <pc:sldMkLst>
          <pc:docMk/>
          <pc:sldMk cId="649238453" sldId="257"/>
        </pc:sldMkLst>
        <pc:spChg chg="mod">
          <ac:chgData name="Saif Pathan" userId="981d65a5017ec64b" providerId="LiveId" clId="{B9722366-434F-4E7B-8B43-1F00995BA319}" dt="2025-04-13T10:50:34.699" v="17" actId="313"/>
          <ac:spMkLst>
            <pc:docMk/>
            <pc:sldMk cId="649238453" sldId="257"/>
            <ac:spMk id="7" creationId="{2C1CBFEB-652A-7196-03AC-3B5013E52F15}"/>
          </ac:spMkLst>
        </pc:spChg>
      </pc:sldChg>
      <pc:sldChg chg="modSp mod">
        <pc:chgData name="Saif Pathan" userId="981d65a5017ec64b" providerId="LiveId" clId="{B9722366-434F-4E7B-8B43-1F00995BA319}" dt="2025-04-13T10:48:02.396" v="16" actId="20577"/>
        <pc:sldMkLst>
          <pc:docMk/>
          <pc:sldMk cId="3084191940" sldId="258"/>
        </pc:sldMkLst>
        <pc:spChg chg="mod">
          <ac:chgData name="Saif Pathan" userId="981d65a5017ec64b" providerId="LiveId" clId="{B9722366-434F-4E7B-8B43-1F00995BA319}" dt="2025-04-13T10:48:02.396" v="16" actId="20577"/>
          <ac:spMkLst>
            <pc:docMk/>
            <pc:sldMk cId="3084191940" sldId="258"/>
            <ac:spMk id="6" creationId="{25AD6E3C-54ED-A7E7-622A-7F9765EA74BD}"/>
          </ac:spMkLst>
        </pc:spChg>
      </pc:sldChg>
      <pc:sldChg chg="addSp modSp mod">
        <pc:chgData name="Saif Pathan" userId="981d65a5017ec64b" providerId="LiveId" clId="{B9722366-434F-4E7B-8B43-1F00995BA319}" dt="2025-04-13T10:50:54.896" v="21" actId="1076"/>
        <pc:sldMkLst>
          <pc:docMk/>
          <pc:sldMk cId="2949044759" sldId="261"/>
        </pc:sldMkLst>
        <pc:spChg chg="mod">
          <ac:chgData name="Saif Pathan" userId="981d65a5017ec64b" providerId="LiveId" clId="{B9722366-434F-4E7B-8B43-1F00995BA319}" dt="2025-04-13T10:50:46.750" v="19" actId="1076"/>
          <ac:spMkLst>
            <pc:docMk/>
            <pc:sldMk cId="2949044759" sldId="261"/>
            <ac:spMk id="6" creationId="{4712EC3B-6757-E77D-7C45-9CA2A589B975}"/>
          </ac:spMkLst>
        </pc:spChg>
        <pc:picChg chg="add mod">
          <ac:chgData name="Saif Pathan" userId="981d65a5017ec64b" providerId="LiveId" clId="{B9722366-434F-4E7B-8B43-1F00995BA319}" dt="2025-04-13T10:50:54.896" v="21" actId="1076"/>
          <ac:picMkLst>
            <pc:docMk/>
            <pc:sldMk cId="2949044759" sldId="261"/>
            <ac:picMk id="2" creationId="{CD971C44-4492-A8AD-CE6F-08036279C0A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659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929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61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46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906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378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513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47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155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758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0748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436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877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00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6800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283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7DCC5D-9255-48F4-837F-38B943FBECF2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89BE1DD-08DE-47CC-BC63-8093BB901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31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7A2AB-436F-3889-DC0F-C323705FC420}"/>
              </a:ext>
            </a:extLst>
          </p:cNvPr>
          <p:cNvSpPr txBox="1"/>
          <p:nvPr/>
        </p:nvSpPr>
        <p:spPr>
          <a:xfrm>
            <a:off x="217714" y="1148350"/>
            <a:ext cx="508362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err="1">
                <a:latin typeface="Arial Black" panose="020B0A04020102020204" pitchFamily="34" charset="0"/>
              </a:rPr>
              <a:t>Namma</a:t>
            </a:r>
            <a:r>
              <a:rPr lang="en-IN" sz="3200" dirty="0">
                <a:latin typeface="Arial Black" panose="020B0A04020102020204" pitchFamily="34" charset="0"/>
              </a:rPr>
              <a:t> Yatri Customer Satisfaction and Service Efficiency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E6605F-AC13-C217-18D4-953B5F9FD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227" y="742073"/>
            <a:ext cx="6556059" cy="437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085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15781-6399-B546-B131-0F44AC28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>
            <a:extLst>
              <a:ext uri="{FF2B5EF4-FFF2-40B4-BE49-F238E27FC236}">
                <a16:creationId xmlns:a16="http://schemas.microsoft.com/office/drawing/2014/main" id="{C66C201B-E879-EB3C-B906-19C4AA6B1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742" y="378526"/>
            <a:ext cx="9076517" cy="5204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6" tIns="45708" rIns="91416" bIns="45708" numCol="1" anchor="ctr" anchorCtr="0" compatLnSpc="1">
            <a:prstTxWarp prst="textNoShape">
              <a:avLst/>
            </a:prstTxWarp>
          </a:bodyPr>
          <a:lstStyle/>
          <a:p>
            <a:pPr lvl="0" algn="ctr" defTabSz="91412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dirty="0">
                <a:solidFill>
                  <a:prstClr val="black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Problem Statement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59C714-23B9-6AEA-5179-12342FE96B9C}"/>
              </a:ext>
            </a:extLst>
          </p:cNvPr>
          <p:cNvSpPr txBox="1"/>
          <p:nvPr/>
        </p:nvSpPr>
        <p:spPr>
          <a:xfrm>
            <a:off x="1219199" y="1378411"/>
            <a:ext cx="8969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 provide actionable insights to the management of </a:t>
            </a:r>
            <a:r>
              <a:rPr lang="en-IN" b="1" dirty="0" err="1"/>
              <a:t>Namma</a:t>
            </a:r>
            <a:r>
              <a:rPr lang="en-IN" b="1" dirty="0"/>
              <a:t> Yatri focusing on improving: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0304D-9A89-A5FC-5444-E45EBFC034F3}"/>
              </a:ext>
            </a:extLst>
          </p:cNvPr>
          <p:cNvSpPr txBox="1"/>
          <p:nvPr/>
        </p:nvSpPr>
        <p:spPr>
          <a:xfrm>
            <a:off x="1317171" y="2013857"/>
            <a:ext cx="8556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Ride industry facing challenges like trip cancellations, demand supply mismatches, fare fluctuations. This analysis aims to develop Power BI dashboard to optimize operations and enhance customer experience.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FF5D72-7119-F593-91D8-4655F94E3F5A}"/>
              </a:ext>
            </a:extLst>
          </p:cNvPr>
          <p:cNvSpPr txBox="1"/>
          <p:nvPr/>
        </p:nvSpPr>
        <p:spPr>
          <a:xfrm>
            <a:off x="1317171" y="3170644"/>
            <a:ext cx="8164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CBFEB-652A-7196-03AC-3B5013E52F15}"/>
              </a:ext>
            </a:extLst>
          </p:cNvPr>
          <p:cNvSpPr txBox="1"/>
          <p:nvPr/>
        </p:nvSpPr>
        <p:spPr>
          <a:xfrm>
            <a:off x="1317171" y="3940629"/>
            <a:ext cx="8425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Analysed ride patterns to identify key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Optimize fare pricing pattern using data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Improving driver allocation based on demand supply trends.</a:t>
            </a:r>
          </a:p>
        </p:txBody>
      </p:sp>
    </p:spTree>
    <p:extLst>
      <p:ext uri="{BB962C8B-B14F-4D97-AF65-F5344CB8AC3E}">
        <p14:creationId xmlns:p14="http://schemas.microsoft.com/office/powerpoint/2010/main" val="64923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B69E-EE0A-5160-7517-F92F4E684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A03E4B-674C-06E4-A761-BAB1B5B3DE13}"/>
              </a:ext>
            </a:extLst>
          </p:cNvPr>
          <p:cNvSpPr txBox="1"/>
          <p:nvPr/>
        </p:nvSpPr>
        <p:spPr>
          <a:xfrm>
            <a:off x="2579912" y="544287"/>
            <a:ext cx="59000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Approach &amp; Tools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D6E3C-54ED-A7E7-622A-7F9765EA74BD}"/>
              </a:ext>
            </a:extLst>
          </p:cNvPr>
          <p:cNvSpPr txBox="1"/>
          <p:nvPr/>
        </p:nvSpPr>
        <p:spPr>
          <a:xfrm>
            <a:off x="1306286" y="1951672"/>
            <a:ext cx="9525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cleaning &amp; transformation in Power Query.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Modelling &amp; creating relationship between the tables in Power BI desktop.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Dax calculations for important KPI’s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Dashboard creating &amp; Insights Extractions.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Business Recommendations &amp; implementations.</a:t>
            </a:r>
          </a:p>
        </p:txBody>
      </p:sp>
    </p:spTree>
    <p:extLst>
      <p:ext uri="{BB962C8B-B14F-4D97-AF65-F5344CB8AC3E}">
        <p14:creationId xmlns:p14="http://schemas.microsoft.com/office/powerpoint/2010/main" val="3084191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9FFD51-32FB-672D-DBB6-2D0F161DA857}"/>
              </a:ext>
            </a:extLst>
          </p:cNvPr>
          <p:cNvSpPr txBox="1"/>
          <p:nvPr/>
        </p:nvSpPr>
        <p:spPr>
          <a:xfrm>
            <a:off x="3124200" y="76200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Data Source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EA3B8A-B3F7-C5A1-A9DB-D51D636F66B3}"/>
              </a:ext>
            </a:extLst>
          </p:cNvPr>
          <p:cNvSpPr txBox="1"/>
          <p:nvPr/>
        </p:nvSpPr>
        <p:spPr>
          <a:xfrm>
            <a:off x="925286" y="2155370"/>
            <a:ext cx="105809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Trips table with the following variables (Trip ID, Fare, Duration, Distance, Driver ID, Customer ID).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Trip Details table with the following variables(Customer interactions, Cancellations, Completions).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Payment Methods table with the following variables (Cash, UPI, Debit Card).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Assembly table with the following variables (Pickup &amp; Drop Zones).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808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31F15-BE2A-AFBC-DA56-D6DAD5E77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665ED5-0696-88EE-3A2B-F2B93B63EA1A}"/>
              </a:ext>
            </a:extLst>
          </p:cNvPr>
          <p:cNvSpPr txBox="1"/>
          <p:nvPr/>
        </p:nvSpPr>
        <p:spPr>
          <a:xfrm>
            <a:off x="3124200" y="76200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KPI Dax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414D47-42DA-3ADB-09CE-78707EA32CFF}"/>
              </a:ext>
            </a:extLst>
          </p:cNvPr>
          <p:cNvSpPr txBox="1"/>
          <p:nvPr/>
        </p:nvSpPr>
        <p:spPr>
          <a:xfrm>
            <a:off x="653143" y="1796141"/>
            <a:ext cx="10428514" cy="333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fare_per_km = SUM(Trips[fare]) / SUM(Trips[distance])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 not Cancelled = (CALCULATE(COUNT(</a:t>
            </a:r>
            <a:r>
              <a:rPr lang="en-US" dirty="0" err="1"/>
              <a:t>Trip_Details</a:t>
            </a:r>
            <a:r>
              <a:rPr lang="en-US" dirty="0"/>
              <a:t>[</a:t>
            </a:r>
            <a:r>
              <a:rPr lang="en-US" dirty="0" err="1"/>
              <a:t>trip_id</a:t>
            </a:r>
            <a:r>
              <a:rPr lang="en-US" dirty="0"/>
              <a:t>]), FILTER(</a:t>
            </a:r>
            <a:r>
              <a:rPr lang="en-US" dirty="0" err="1"/>
              <a:t>Trip_Details</a:t>
            </a:r>
            <a:r>
              <a:rPr lang="en-US" dirty="0"/>
              <a:t>, </a:t>
            </a:r>
            <a:r>
              <a:rPr lang="en-US" dirty="0" err="1"/>
              <a:t>Trip_Details</a:t>
            </a:r>
            <a:r>
              <a:rPr lang="en-US" dirty="0"/>
              <a:t>[</a:t>
            </a:r>
            <a:r>
              <a:rPr lang="en-US" dirty="0" err="1"/>
              <a:t>customer_not_cancelled</a:t>
            </a:r>
            <a:r>
              <a:rPr lang="en-US" dirty="0"/>
              <a:t>]=1)))/COUNT(</a:t>
            </a:r>
            <a:r>
              <a:rPr lang="en-US" dirty="0" err="1"/>
              <a:t>Trip_Details</a:t>
            </a:r>
            <a:r>
              <a:rPr lang="en-US" dirty="0"/>
              <a:t>[</a:t>
            </a:r>
            <a:r>
              <a:rPr lang="en-US" dirty="0" err="1"/>
              <a:t>trip_id</a:t>
            </a:r>
            <a:r>
              <a:rPr lang="en-US" dirty="0"/>
              <a:t>])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Customer_Cancelled</a:t>
            </a:r>
            <a:r>
              <a:rPr lang="en-US" dirty="0"/>
              <a:t> = (CALCULATE(COUNT(</a:t>
            </a:r>
            <a:r>
              <a:rPr lang="en-US" dirty="0" err="1"/>
              <a:t>Trip_Details</a:t>
            </a:r>
            <a:r>
              <a:rPr lang="en-US" dirty="0"/>
              <a:t>[</a:t>
            </a:r>
            <a:r>
              <a:rPr lang="en-US" dirty="0" err="1"/>
              <a:t>trip_id</a:t>
            </a:r>
            <a:r>
              <a:rPr lang="en-US" dirty="0"/>
              <a:t>]), FILTER(</a:t>
            </a:r>
            <a:r>
              <a:rPr lang="en-US" dirty="0" err="1"/>
              <a:t>Trip_Details</a:t>
            </a:r>
            <a:r>
              <a:rPr lang="en-US" dirty="0"/>
              <a:t>, </a:t>
            </a:r>
            <a:r>
              <a:rPr lang="en-US" dirty="0" err="1"/>
              <a:t>Trip_Details</a:t>
            </a:r>
            <a:r>
              <a:rPr lang="en-US" dirty="0"/>
              <a:t>[</a:t>
            </a:r>
            <a:r>
              <a:rPr lang="en-US" dirty="0" err="1"/>
              <a:t>customer_not_cancelled</a:t>
            </a:r>
            <a:r>
              <a:rPr lang="en-US" dirty="0"/>
              <a:t>]=0)))/COUNT(</a:t>
            </a:r>
            <a:r>
              <a:rPr lang="en-US" dirty="0" err="1"/>
              <a:t>Trip_Details</a:t>
            </a:r>
            <a:r>
              <a:rPr lang="en-US" dirty="0"/>
              <a:t>[</a:t>
            </a:r>
            <a:r>
              <a:rPr lang="en-US" dirty="0" err="1"/>
              <a:t>trip_id</a:t>
            </a:r>
            <a:r>
              <a:rPr lang="en-US" dirty="0"/>
              <a:t>])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dirty="0"/>
              <a:t>Driver Cancelled = (CALCULATE(COUNT(</a:t>
            </a:r>
            <a:r>
              <a:rPr lang="en-US" dirty="0" err="1"/>
              <a:t>Trip_Details</a:t>
            </a:r>
            <a:r>
              <a:rPr lang="en-US" dirty="0"/>
              <a:t>[</a:t>
            </a:r>
            <a:r>
              <a:rPr lang="en-US" dirty="0" err="1"/>
              <a:t>trip_id</a:t>
            </a:r>
            <a:r>
              <a:rPr lang="en-US" dirty="0"/>
              <a:t>]), FILTER(</a:t>
            </a:r>
            <a:r>
              <a:rPr lang="en-US" dirty="0" err="1"/>
              <a:t>Trip_Details</a:t>
            </a:r>
            <a:r>
              <a:rPr lang="en-US" dirty="0"/>
              <a:t>, </a:t>
            </a:r>
            <a:r>
              <a:rPr lang="en-US" dirty="0" err="1"/>
              <a:t>Trip_Details</a:t>
            </a:r>
            <a:r>
              <a:rPr lang="en-US" dirty="0"/>
              <a:t>[</a:t>
            </a:r>
            <a:r>
              <a:rPr lang="en-US" dirty="0" err="1"/>
              <a:t>driver_not_cancelled</a:t>
            </a:r>
            <a:r>
              <a:rPr lang="en-US" dirty="0"/>
              <a:t>]=0)))/COUNT(</a:t>
            </a:r>
            <a:r>
              <a:rPr lang="en-US" dirty="0" err="1"/>
              <a:t>Trip_Details</a:t>
            </a:r>
            <a:r>
              <a:rPr lang="en-US" dirty="0"/>
              <a:t>[</a:t>
            </a:r>
            <a:r>
              <a:rPr lang="en-US" dirty="0" err="1"/>
              <a:t>trip_id</a:t>
            </a:r>
            <a:r>
              <a:rPr lang="en-US" dirty="0"/>
              <a:t>])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dirty="0"/>
              <a:t>Driver not Cancelled = (CALCULATE(COUNT(</a:t>
            </a:r>
            <a:r>
              <a:rPr lang="en-US" dirty="0" err="1"/>
              <a:t>Trip_Details</a:t>
            </a:r>
            <a:r>
              <a:rPr lang="en-US" dirty="0"/>
              <a:t>[</a:t>
            </a:r>
            <a:r>
              <a:rPr lang="en-US" dirty="0" err="1"/>
              <a:t>trip_id</a:t>
            </a:r>
            <a:r>
              <a:rPr lang="en-US" dirty="0"/>
              <a:t>]), FILTER(</a:t>
            </a:r>
            <a:r>
              <a:rPr lang="en-US" dirty="0" err="1"/>
              <a:t>Trip_Details</a:t>
            </a:r>
            <a:r>
              <a:rPr lang="en-US" dirty="0"/>
              <a:t>, </a:t>
            </a:r>
            <a:r>
              <a:rPr lang="en-US" dirty="0" err="1"/>
              <a:t>Trip_Details</a:t>
            </a:r>
            <a:r>
              <a:rPr lang="en-US" dirty="0"/>
              <a:t>[</a:t>
            </a:r>
            <a:r>
              <a:rPr lang="en-US" dirty="0" err="1"/>
              <a:t>driver_not_cancelled</a:t>
            </a:r>
            <a:r>
              <a:rPr lang="en-US" dirty="0"/>
              <a:t>]=1)))/COUNT(</a:t>
            </a:r>
            <a:r>
              <a:rPr lang="en-US" dirty="0" err="1"/>
              <a:t>Trip_Details</a:t>
            </a:r>
            <a:r>
              <a:rPr lang="en-US" dirty="0"/>
              <a:t>[</a:t>
            </a:r>
            <a:r>
              <a:rPr lang="en-US" dirty="0" err="1"/>
              <a:t>trip_id</a:t>
            </a:r>
            <a:r>
              <a:rPr lang="en-US" dirty="0"/>
              <a:t>])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99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C73C1-449C-607E-24EB-D3AAEE277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0143FE-1C34-8503-BEEF-B712CF9437BE}"/>
              </a:ext>
            </a:extLst>
          </p:cNvPr>
          <p:cNvSpPr txBox="1"/>
          <p:nvPr/>
        </p:nvSpPr>
        <p:spPr>
          <a:xfrm>
            <a:off x="3124200" y="76200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Data Modelling in Power BI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2EC3B-6757-E77D-7C45-9CA2A589B975}"/>
              </a:ext>
            </a:extLst>
          </p:cNvPr>
          <p:cNvSpPr txBox="1"/>
          <p:nvPr/>
        </p:nvSpPr>
        <p:spPr>
          <a:xfrm>
            <a:off x="250372" y="2125515"/>
            <a:ext cx="5845628" cy="1542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Removed duplicates and handled missing values.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Established required relationship between the tables using right cardinality.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Updated data type of the columns in the etire dataset.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Created required calcualtions where ever it is required.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971C44-4492-A8AD-CE6F-08036279C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57985"/>
            <a:ext cx="5943600" cy="354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44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A9996-60A8-D58C-EE57-156482D2C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4E54CB-AA63-82F7-4BD0-5F5292C81A2F}"/>
              </a:ext>
            </a:extLst>
          </p:cNvPr>
          <p:cNvSpPr txBox="1"/>
          <p:nvPr/>
        </p:nvSpPr>
        <p:spPr>
          <a:xfrm>
            <a:off x="3124200" y="76200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Business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F93E1-945C-B3CD-24B4-84B7E7749C55}"/>
              </a:ext>
            </a:extLst>
          </p:cNvPr>
          <p:cNvSpPr txBox="1"/>
          <p:nvPr/>
        </p:nvSpPr>
        <p:spPr>
          <a:xfrm>
            <a:off x="979716" y="2373790"/>
            <a:ext cx="6008914" cy="2081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High drop off rates during fare estimates – Implementing predective pricing model.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Demand supply gaps in key locations – Increasing drivers allocation in hight demand locations.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Fare spikes during peak hours – Optimizing dynamic fare pricing for all the rides.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Digital payements are higher but still cash payments almost equal – Providing offers for digital payment incentives.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7354A1-A2AE-3E32-F8EF-9D3E9A99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1980485"/>
            <a:ext cx="3862707" cy="289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40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820D0-D4CF-07C7-44BC-FE52DF7FF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FD14BB-F8F2-18CE-7730-035D0A1577B3}"/>
              </a:ext>
            </a:extLst>
          </p:cNvPr>
          <p:cNvSpPr txBox="1"/>
          <p:nvPr/>
        </p:nvSpPr>
        <p:spPr>
          <a:xfrm>
            <a:off x="3124200" y="76200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Improvements Required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8F83A7-AA8B-927E-8ADF-0EC7582B05FB}"/>
              </a:ext>
            </a:extLst>
          </p:cNvPr>
          <p:cNvSpPr txBox="1"/>
          <p:nvPr/>
        </p:nvSpPr>
        <p:spPr>
          <a:xfrm>
            <a:off x="1524002" y="2232275"/>
            <a:ext cx="6008914" cy="1902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Increasing demand supply matching to reduce ride confirmation wait time.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Fare obtimization to balance affordability of rides and increase revenue.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Improving performance of the drivers through better allocation of location.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Increating digital payments through targeted incentives.</a:t>
            </a:r>
          </a:p>
        </p:txBody>
      </p:sp>
    </p:spTree>
    <p:extLst>
      <p:ext uri="{BB962C8B-B14F-4D97-AF65-F5344CB8AC3E}">
        <p14:creationId xmlns:p14="http://schemas.microsoft.com/office/powerpoint/2010/main" val="2301610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F6EE9-1DD7-BC6F-F580-76976FAC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05BC68-7807-FE1E-1EEB-D4B3460D4FD3}"/>
              </a:ext>
            </a:extLst>
          </p:cNvPr>
          <p:cNvSpPr txBox="1"/>
          <p:nvPr/>
        </p:nvSpPr>
        <p:spPr>
          <a:xfrm>
            <a:off x="3124200" y="76200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9D6C7B-0CE3-61D2-6435-2F46A98B5908}"/>
              </a:ext>
            </a:extLst>
          </p:cNvPr>
          <p:cNvSpPr txBox="1"/>
          <p:nvPr/>
        </p:nvSpPr>
        <p:spPr>
          <a:xfrm>
            <a:off x="1360714" y="1970316"/>
            <a:ext cx="92419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driven insights helps optimize rides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Giving best offers to the regular customers to reduce cancellation from regular customers and boost customer retentions.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Smart allocation of the drives at the main locations to improve the efficiency and service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Giving incentives to the drives who allocated at the peak hours to reduce the drivers cancellation.</a:t>
            </a:r>
          </a:p>
        </p:txBody>
      </p:sp>
    </p:spTree>
    <p:extLst>
      <p:ext uri="{BB962C8B-B14F-4D97-AF65-F5344CB8AC3E}">
        <p14:creationId xmlns:p14="http://schemas.microsoft.com/office/powerpoint/2010/main" val="246495507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519</TotalTime>
  <Words>596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Consolas</vt:lpstr>
      <vt:lpstr>Lato Semibold</vt:lpstr>
      <vt:lpstr>Times New Roman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Saif Pathan</dc:creator>
  <cp:lastModifiedBy>Saif Pathan</cp:lastModifiedBy>
  <cp:revision>1</cp:revision>
  <dcterms:created xsi:type="dcterms:W3CDTF">2025-04-12T10:38:49Z</dcterms:created>
  <dcterms:modified xsi:type="dcterms:W3CDTF">2025-04-13T10:50:55Z</dcterms:modified>
</cp:coreProperties>
</file>